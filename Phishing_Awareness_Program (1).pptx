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731520"/>
            <a:ext cx="5029200" cy="50292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011680"/>
            <a:ext cx="3657600" cy="36576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60A5FA">
              <a:alpha val="8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 •  AWARENESS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258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 •  Prevent  •  Respond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Vishal Yadav   |   CSE-F   |   B.Tech CSE, NIET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cyberattack that uses deception to trick users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pretend to be trusted people or organizations to steal: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01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01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info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01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3192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012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credentials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28032" y="1691640"/>
            <a:ext cx="603504" cy="603504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908" y="1842516"/>
            <a:ext cx="301752" cy="30175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09160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632704" y="1691640"/>
            <a:ext cx="603504" cy="603504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580" y="1842516"/>
            <a:ext cx="301752" cy="30175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513832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6437376" y="1691640"/>
            <a:ext cx="603504" cy="603504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52" y="1842516"/>
            <a:ext cx="301752" cy="30175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318504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7242048" y="1691640"/>
            <a:ext cx="603504" cy="603504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2924" y="1842516"/>
            <a:ext cx="301752" cy="30175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123176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8046720" y="1691640"/>
            <a:ext cx="603504" cy="603504"/>
          </a:xfrm>
          <a:prstGeom prst="ellipse">
            <a:avLst/>
          </a:prstGeom>
          <a:solidFill>
            <a:srgbClr val="4ADE80">
              <a:alpha val="20000"/>
            </a:srgbClr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7596" y="1842516"/>
            <a:ext cx="301752" cy="30175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927848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4754880" y="283464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32A4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0" name="Text 28"/>
          <p:cNvSpPr txBox="1"/>
          <p:nvPr/>
        </p:nvSpPr>
        <p:spPr>
          <a:xfrm>
            <a:off x="4937760" y="3246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bank account will be blocked. Click here to verify your account.”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Phishing Attack Work?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4516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560320" y="1280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0A5F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579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identifies a victim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325880"/>
            <a:ext cx="502920" cy="502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010" y="14516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280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383280" y="21579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email / SMS / call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1188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32A4A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14516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38160" y="1280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BBF2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617220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172200" y="21579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fear, curiosity or trust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26974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2834640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296037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60320" y="2788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78BF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594360" y="3410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Link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94360" y="3666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sent to a fake website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246120" y="26974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32A4A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83280" y="2834640"/>
            <a:ext cx="502920" cy="50292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010" y="2960370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349240" y="2788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87171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26"/>
          <p:cNvSpPr txBox="1"/>
          <p:nvPr/>
        </p:nvSpPr>
        <p:spPr>
          <a:xfrm>
            <a:off x="3383280" y="3410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Theft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3383280" y="3666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or data collected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035040" y="26974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32A4A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172200" y="2834640"/>
            <a:ext cx="502920" cy="50292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930" y="2960370"/>
            <a:ext cx="251460" cy="25146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138160" y="2788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87171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9" name="Text 31"/>
          <p:cNvSpPr txBox="1"/>
          <p:nvPr/>
        </p:nvSpPr>
        <p:spPr>
          <a:xfrm>
            <a:off x="6172200" y="3410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6172200" y="3666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takeover, fraud, more attacks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phishing exploits human trust, not only technical weaknesses.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280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pretending to be legitimate organizations.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14800" y="1280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 a specific person or organization.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35040" y="10972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03720" y="1280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senior or high-value individuals.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57200" y="3017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375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886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through SMS or text messages.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3246120" y="3017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29000" y="320040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375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11480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429000" y="3886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through voice calls or phone conversations.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035040" y="3017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270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17920" y="3200400"/>
            <a:ext cx="548640" cy="548640"/>
          </a:xfrm>
          <a:prstGeom prst="ellipse">
            <a:avLst/>
          </a:prstGeom>
          <a:solidFill>
            <a:srgbClr val="4ADE80">
              <a:alpha val="20000"/>
            </a:srgbClr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3375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037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17920" y="3886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users toward fraudulent websites.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a Phishing Email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71600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4859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1280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3168" y="1371600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14859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76672" y="1280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address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029968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2121408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223570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70432" y="20299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029968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73168" y="2121408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68" y="223570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76672" y="20299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2779776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6928" y="2871216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2985516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70432" y="27797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passwords, OTPs or financial info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663440" y="2779776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73168" y="2871216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468" y="2985516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76672" y="27797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like “Dear Customer”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457200" y="3529584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66928" y="3621024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" y="3735324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170432" y="35295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or formatting inconsistencies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4663440" y="3529584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32A4A"/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773168" y="3621024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7468" y="3735324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376672" y="35295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too good to be true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warning sign alone may not prove phishing. Look at the entire message.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Pages &amp; Fraudulent Websites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copy the logo, colors, layout, login form and branding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524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 your account”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3317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78608" y="146304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524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27248" y="1645920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8288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70048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71576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genuine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33172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00016" y="146304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524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248656" y="1645920"/>
            <a:ext cx="731520" cy="73152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82880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791456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4837176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+ OTP</a:t>
            </a:r>
            <a:endParaRPr lang="en-US" sz="11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331720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821424" y="146304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524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370064" y="1645920"/>
            <a:ext cx="731520" cy="73152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182880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912864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6958584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your information</a:t>
            </a:r>
            <a:endParaRPr lang="en-US" sz="115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professional-looking website does not prove it is genuine.</a:t>
            </a:r>
            <a:endParaRPr lang="en-US" sz="1500" dirty="0"/>
          </a:p>
        </p:txBody>
      </p:sp>
      <p:sp>
        <p:nvSpPr>
          <p:cNvPr id="30" name="Shape 21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actual website address / domain.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people into revealing information or performing unsafe 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32A4A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account will be suspended.”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32A4A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0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1480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“Respond within 10 minutes.”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1463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calling from your bank.”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269748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175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2588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who viewed your profile.”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3246120" y="269748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32A4A"/>
          </a:solidFill>
          <a:ln w="1270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29000" y="2880360"/>
            <a:ext cx="548640" cy="548640"/>
          </a:xfrm>
          <a:prstGeom prst="ellipse">
            <a:avLst/>
          </a:prstGeom>
          <a:solidFill>
            <a:srgbClr val="4ADE80">
              <a:alpha val="20000"/>
            </a:srgbClr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175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11480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342900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won ₹50,000!”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035040" y="269748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17920" y="288036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1752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0372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21792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a teacher, boss, bank…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manipulate emotions so victims act without thinking.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Fake KYC Message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91840" cy="3200400"/>
          </a:xfrm>
          <a:prstGeom prst="roundRect">
            <a:avLst>
              <a:gd name="adj" fmla="val 7143"/>
            </a:avLst>
          </a:prstGeom>
          <a:solidFill>
            <a:srgbClr val="132A4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 •  Unknown sender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bank KYC has expired. Your account will be suspended today. Update KYC immediately using this link.”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http://bank-kyc-update.xyz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clicks the link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201168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bank website opens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0" y="256032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username + password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0" y="310896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asks for an OTP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0" y="3657600"/>
            <a:ext cx="365760" cy="3657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misuses the account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0" y="1097280"/>
            <a:ext cx="1828800" cy="3200400"/>
          </a:xfrm>
          <a:prstGeom prst="roundRect">
            <a:avLst>
              <a:gd name="adj" fmla="val 7500"/>
            </a:avLst>
          </a:prstGeom>
          <a:solidFill>
            <a:srgbClr val="132A4A"/>
          </a:solidFill>
          <a:ln w="15240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600200"/>
            <a:ext cx="1600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suspension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link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sensitive info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an unexpected financial request without independent verification.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Yourself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405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 before clicking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55848" y="128016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578" y="14058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and website address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44768" y="1280160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498" y="1405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unexpected links or attachments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57200" y="210312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6928" y="2286000"/>
            <a:ext cx="502920" cy="502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" y="241173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2103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passwords, PINs, OTPs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3246120" y="210312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355848" y="228600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578" y="241173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77640" y="2103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unique passwords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035040" y="210312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44768" y="2286000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498" y="241173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66560" y="2103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457200" y="310896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66928" y="3291840"/>
            <a:ext cx="502920" cy="502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58" y="3417570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188720" y="3108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OS and apps updated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3246120" y="310896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3355848" y="329184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1578" y="3417570"/>
            <a:ext cx="251460" cy="25146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977640" y="3108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independent trusted channel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6035040" y="310896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144768" y="3291840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0498" y="3417570"/>
            <a:ext cx="251460" cy="25146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766560" y="3108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lang="en-US" sz="1250" dirty="0"/>
          </a:p>
        </p:txBody>
      </p:sp>
      <p:sp>
        <p:nvSpPr>
          <p:cNvPr id="41" name="Shape 30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when in doubt, verify before you trust.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Clicked a Phishing Link?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panic. Act quickly.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clicked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page. Enter nothing. Run a security check if appropriate.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32A4A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00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password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now via the legitimate site/app, and anywhere it was reused.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32A4A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financial info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bank through its official contact channel immediately.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0" y="3154680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malware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network if needed, run security software, report to IT/security.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Time: Test Your Awareness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07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common phishing warning sign?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Urgent request   B. Suspicious link   C. Request for sensitive info   D. All of the above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D: All of the above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132A4A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207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through SMS is called?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Vishing   B. Smishing   C. Whaling   D. Pharming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39572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B: Smishing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990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message asks you to log in?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566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Click immediately   B. Reply with password   C. Verify via independent trusted channel   D. Forward to friends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17880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178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C: Verify independently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132A4A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01752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990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with an unknown caller?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566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OTP   B. Password   C. PIN   D. All of the above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417880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4178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D: All of the above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2926080" cy="292608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023360"/>
            <a:ext cx="2011680" cy="201168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A4A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F87171">
              <a:alpha val="20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280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react immediately to urgent messages.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A4A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280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message, link, attachment and URL.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A4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718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via a trusted independent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A4A"/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283464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3212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484632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authority / security team.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click. Verify before you trust. Report before it becomes bigger.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8229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Program   •   Stay Alert  •  Stay Secure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2026-09-30T01:54:44Z</dcterms:created>
  <dcterms:modified xsi:type="dcterms:W3CDTF">2026-09-30T01:54:44Z</dcterms:modified>
</cp:coreProperties>
</file>